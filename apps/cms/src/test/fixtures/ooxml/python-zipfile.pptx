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2FFEC9-BE8C-6BBC-8756-696FD8A1AC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DE3BC62-510B-F3E4-08AC-662782A4B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A81576-20E8-ED05-1EE5-2869F1070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3A21F1-E437-00BF-E680-49658759F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D263E2-19A6-61DB-0FC0-5DCC816F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4371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A1A127-9265-D86F-1FEC-2F4221B10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2203FE-41BA-5AA9-4621-B946BB261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DBB80C-B796-73A7-7E5B-CE46C4CA6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24A232-7F2B-C541-2FE1-E45713843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304982-360E-8F88-18E6-2BB194306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160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A86C6D-39D3-7349-6956-A847FA0A6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6838E7-DA25-7374-D03E-B585103E6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60148E-859E-9E6D-5D40-FCF50AB81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BA0AFE-2754-B8A2-5467-98EA12B2F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CE3856-0FCC-A3EA-8F0D-61F5C519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3596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D72CEB-1907-7A15-CE31-18465BB4A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7CC4E6-89F6-DC5E-E8BB-488AE8E20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E89AA36-1D52-7C2A-2A13-18372D412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760AB6A-BC47-CC3F-659E-98EFE1C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ADE7E4-452A-49F7-E814-2D65EACC6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2271C5-5AD9-79DA-13E9-60B82CB30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79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FB2EEF-4B97-AA9F-4C38-806DD823E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2F96808-91C4-1D1A-818A-D495B2361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50CE65D-A572-8AA0-C9ED-B7322D7BE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0BEE03B-A423-72A0-1F97-AE2375AD2A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AF95DBC-6DE5-13F4-4704-E3CADE5B4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260C4D7-AD58-D9FB-909E-320B29EDE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D805DBE-7E37-DECE-793E-3083682D1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64DE0EC-BCE8-78E3-FF88-8ADBAD7E8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702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4CC79E-7A22-70BC-8C96-BA91E462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6A7E67F-5AE0-FEC5-4103-F772C8938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76D6DC-DDCA-8976-D0B6-720F49D71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B16B14C-5918-CAD0-F775-8EEAF8DB4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5721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4ED1DB-5BF1-77E1-A816-B099F2B9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1D7BBDF-F2E4-955A-4737-C69C3E316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C4FB0EC-E5AD-DC60-B822-80CFB3EDF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5164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39A949-19E2-D1E7-F929-704561068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733BF7-A25D-030C-85B4-8C6594F6E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3DF1A4C-9876-08FF-78FE-57D58A35A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CC1BE73-51FF-D5F1-5E2B-720729C99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53AE49E-7CCD-6E04-D384-894A6B45D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CEE1EF-EB3C-7A99-6367-61253C4D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1428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CE50F7-DE8C-D65E-D096-C3FFCAC18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B699D03-BD5E-D31A-3C7D-7BB75ADE57F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BE9A93C-4D7D-5693-B54F-3ECF45DB1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346795-FCE8-D72E-D68B-0C33F9FA9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58BB02-5A7D-30B8-B609-F5FCA7939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C905BA4-AFFB-3223-93EE-9013162A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5798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EED558-8A15-7E75-2E0C-5A2CC665B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4285C09-ECB2-C3A7-887D-2FE545559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F14E9E-00CD-D1EC-F716-4A5C0E543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038A75-D96F-BF85-6D44-0B73E430C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1F62AF-C109-47E0-ADCB-9F40D3A75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2277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A8CBD1D-A745-04AE-C516-DCFF8DC07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5E8E5F6-2751-70DE-0DBB-DA343BF63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A05660-0B81-BE7D-71E8-F2B6A6E0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3B84F9-E690-4E7F-40B7-2CC043692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461F09-539D-CCA2-EC5A-E52E8DCB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2831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4C41521-ADD0-31DB-842B-0DAF34C8C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EFD2BE-5E9E-10C2-CF68-FB33EA702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8D51AE-A053-CD12-3B74-050913BA0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85AF0-3683-46A4-B057-0724BB5062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5649DC-F5D5-37C6-884C-73A998CB1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8749AE-0AB9-4C7B-5BAD-51F55B3CE7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D588FD-EF2F-4F3C-8051-5BFB890295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510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1290C4-0BAD-AF11-DECE-CD47ABE0FB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sinnlos fixture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DAF656F-00B3-33F7-6B98-60A54F9644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126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4C4F69"/>
      </a:dk1>
      <a:lt1>
        <a:sysClr val="window" lastClr="EFF1F5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Breitbild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sinnlos fixture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sinnlos fixture</dc:creator>
  <cp:lastModifiedBy>sinnlos fixture</cp:lastModifiedBy>
  <cp:revision>1</cp:revision>
  <dcterms:created xsi:type="dcterms:W3CDTF">2026-10-13T18:50:01Z</dcterms:created>
  <dcterms:modified xsi:type="dcterms:W3CDTF">2026-10-13T18:50:01Z</dcterms:modified>
</cp:coreProperties>
</file>